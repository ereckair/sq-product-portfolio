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54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9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958023" y="160020"/>
            <a:ext cx="4233672" cy="6858000"/>
          </a:xfrm>
          <a:prstGeom prst="rect">
            <a:avLst/>
          </a:prstGeom>
          <a:solidFill>
            <a:srgbClr val="102A4C"/>
          </a:solidFill>
          <a:ln w="12700">
            <a:solidFill>
              <a:srgbClr val="102A4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85800" y="594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B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26187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PIM / PLM Upgrade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for CLS Micro Forms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70662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7E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Preserve the old Micro Form visibility. Upgrade it into system-driven completeness and release governance.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0" y="1143000"/>
            <a:ext cx="2011680" cy="841248"/>
          </a:xfrm>
          <a:prstGeom prst="rect">
            <a:avLst/>
          </a:prstGeom>
          <a:solidFill>
            <a:srgbClr val="133B68"/>
          </a:solidFill>
          <a:ln w="12700">
            <a:solidFill>
              <a:srgbClr val="3B82F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Legacy CLS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Micro Forms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0" y="2057400"/>
            <a:ext cx="0" cy="777240"/>
          </a:xfrm>
          <a:prstGeom prst="line">
            <a:avLst/>
          </a:prstGeom>
          <a:noFill/>
          <a:ln w="19050">
            <a:solidFill>
              <a:srgbClr val="7EB3FF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275320" y="2880360"/>
            <a:ext cx="2651760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60A5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PLM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guided creation + review gates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0" y="3886200"/>
            <a:ext cx="0" cy="758952"/>
          </a:xfrm>
          <a:prstGeom prst="line">
            <a:avLst/>
          </a:prstGeom>
          <a:noFill/>
          <a:ln w="19050">
            <a:solidFill>
              <a:srgbClr val="7EB3FF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Text 9"/>
          <p:cNvSpPr/>
          <p:nvPr/>
        </p:nvSpPr>
        <p:spPr>
          <a:xfrm>
            <a:off x="8275320" y="4700016"/>
            <a:ext cx="2651760" cy="896112"/>
          </a:xfrm>
          <a:prstGeom prst="rect">
            <a:avLst/>
          </a:prstGeom>
          <a:solidFill>
            <a:srgbClr val="0F766E"/>
          </a:solidFill>
          <a:ln w="12700">
            <a:solidFill>
              <a:srgbClr val="2DD4B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PIM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Released</a:t>
            </a:r>
            <a:r>
              <a:rPr lang="en-US" altLang="zh-CN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/Approved</a:t>
            </a: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data governance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6419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6B5D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927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Corrected Framing: Micro Form Is the Legacy CLS Method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upgrade is not to create more Micro Forms. It is to keep the best part of Micro Forms and make it system-driven in PLM and PIM.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20624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087" y="1367028"/>
            <a:ext cx="40059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CLS Micro Form advantage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087" y="1783080"/>
            <a:ext cx="3611577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</a:t>
            </a: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At a glance, the team can see:</a:t>
            </a:r>
            <a:endParaRPr lang="en-US" sz="1600" dirty="0"/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</a:t>
            </a: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is required</a:t>
            </a:r>
            <a:endParaRPr lang="en-US" sz="1600" dirty="0"/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</a:t>
            </a: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is filled</a:t>
            </a:r>
            <a:endParaRPr lang="en-US" sz="1600" dirty="0"/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</a:t>
            </a: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is missing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What changes in the upgrade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1999" y="1783080"/>
            <a:ext cx="3491865" cy="14173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5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</a:t>
            </a:r>
            <a:r>
              <a:rPr lang="en-US" sz="15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visibility is retained, but the logic moves from manual checklist thinking to rule-driven system control.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58200" y="1298448"/>
            <a:ext cx="3020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Management message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8199" y="1783080"/>
            <a:ext cx="3240405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Micro Form becomes an operating concept: completeness visibility + automated validation + release governance.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77440" y="3950208"/>
            <a:ext cx="21945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406640" y="3950208"/>
            <a:ext cx="21031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219456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Legacy CLS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static forms / checklist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3383280"/>
            <a:ext cx="2834640" cy="11155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guided authoring, review gates, data quality prompts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89720" y="3383280"/>
            <a:ext cx="2468880" cy="111556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PIM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released baseline, validation, downstream trust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206366"/>
            <a:ext cx="10378440" cy="64579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 the core question is: how do PLM and PIM preserve “easy to see missing data” while upgrading it into automatic completeness control?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927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Four Legacy Micro Form Types and Upgrade Direction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four CLS Micro Form types remain the business lens, but PLM and PIM take different upgraded roles.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20624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3317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Product Spec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83664"/>
            <a:ext cx="23317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Attributes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Materials / BOM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Dimensions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Construction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Packing details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325880"/>
            <a:ext cx="23317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883664"/>
            <a:ext cx="23317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CTN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RPDF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Packing BOM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325880"/>
            <a:ext cx="233172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Quality &amp; Compliance 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883664"/>
            <a:ext cx="23317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 fontScale="77500" lnSpcReduction="20000"/>
          </a:bodyPr>
          <a:lstStyle/>
          <a:p>
            <a:pPr algn="ctr"/>
            <a:r>
              <a:rPr kumimoji="1" lang="en-US" altLang="zh-CN" sz="1200" dirty="0"/>
              <a:t>Lift top stability test,</a:t>
            </a:r>
          </a:p>
          <a:p>
            <a:pPr algn="ctr"/>
            <a:r>
              <a:rPr kumimoji="1" lang="en-US" altLang="zh-CN" sz="1200" dirty="0"/>
              <a:t> Tipping Test,</a:t>
            </a:r>
          </a:p>
          <a:p>
            <a:pPr algn="ctr"/>
            <a:r>
              <a:rPr kumimoji="1" lang="en-US" altLang="zh-CN" sz="1200" dirty="0"/>
              <a:t>Table Stability Test</a:t>
            </a:r>
          </a:p>
          <a:p>
            <a:pPr algn="ctr"/>
            <a:r>
              <a:rPr kumimoji="1" lang="en-US" altLang="zh-CN" sz="1200" dirty="0"/>
              <a:t>Drop Test</a:t>
            </a:r>
          </a:p>
          <a:p>
            <a:pPr algn="ctr"/>
            <a:r>
              <a:rPr kumimoji="1" lang="en-US" altLang="zh-CN" sz="1200" dirty="0"/>
              <a:t>Carton Burst Test</a:t>
            </a:r>
          </a:p>
          <a:p>
            <a:pPr algn="ctr"/>
            <a:r>
              <a:rPr kumimoji="1" lang="en-US" altLang="zh-CN" sz="1200" dirty="0"/>
              <a:t>Temper glass test</a:t>
            </a:r>
          </a:p>
          <a:p>
            <a:pPr algn="ctr"/>
            <a:r>
              <a:rPr kumimoji="1" lang="en-US" sz="1200" dirty="0"/>
              <a:t>UV test</a:t>
            </a:r>
          </a:p>
          <a:p>
            <a:pPr algn="ctr"/>
            <a:r>
              <a:rPr lang="en-US" sz="1200" dirty="0"/>
              <a:t>Bunk Bed test</a:t>
            </a:r>
          </a:p>
          <a:p>
            <a:pPr algn="ctr"/>
            <a:r>
              <a:rPr lang="en" altLang="zh-CN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TB117</a:t>
            </a:r>
          </a:p>
          <a:p>
            <a:pPr algn="ctr"/>
            <a:r>
              <a:rPr lang="en" altLang="zh-CN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Lead in Surface Coating – CPSIA</a:t>
            </a:r>
          </a:p>
          <a:p>
            <a:pPr algn="ctr"/>
            <a:r>
              <a:rPr lang="en" altLang="zh-CN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 Lead Content – CPSIA  </a:t>
            </a:r>
          </a:p>
          <a:p>
            <a:pPr algn="ctr"/>
            <a:r>
              <a:rPr lang="en" sz="1200" dirty="0">
                <a:solidFill>
                  <a:srgbClr val="000000"/>
                </a:solidFill>
                <a:latin typeface="Arial" panose="020B0604020202020204" pitchFamily="34" charset="0"/>
              </a:rPr>
              <a:t>---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235440" y="1325880"/>
            <a:ext cx="2331720" cy="502920"/>
          </a:xfrm>
          <a:prstGeom prst="rect">
            <a:avLst/>
          </a:prstGeom>
          <a:solidFill>
            <a:srgbClr val="FCE7F3"/>
          </a:solidFill>
          <a:ln w="12700">
            <a:solidFill>
              <a:srgbClr val="E11D4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Product Launch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Review Gate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5440" y="1883664"/>
            <a:ext cx="23317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</a:rPr>
              <a:t>Go Notice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Whitewood Review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Pre-Production Review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First Shipment Review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 Final Review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</a:rPr>
              <a:t>---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977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Upgrade principle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60295" y="3867912"/>
            <a:ext cx="9206865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PLM retains the Micro Form visibility during creation and review. PIM retains it after release as data quality status and downstream consumption control.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49808" y="53218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Division of responsibility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4818888"/>
            <a:ext cx="2926080" cy="87782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Authoring + workflow control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right questions at the right 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818888"/>
            <a:ext cx="2926080" cy="877824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Released baseline + data governance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 trusted consumable record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927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Product Spec Micro Form Upgrade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Retain instant visibility of missing spec data; upgrade it into category-driven authoring and released SKU/BOM governance.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20624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8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1261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Legacy CLS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627632"/>
            <a:ext cx="29718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Shows whether SKU spec sections are filled or missing.</a:t>
            </a:r>
            <a:endParaRPr lang="en-US" sz="1180" dirty="0"/>
          </a:p>
          <a:p>
            <a:r>
              <a:rPr lang="en-US" sz="11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Makes required product information visible in one place.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3977640" y="1261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PLM upgrade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77640" y="1627632"/>
            <a:ext cx="34747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During development, PLM displays the right spec sections by product category and functional feature.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Example: drawer feature triggers drawer detail fields automatically.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Launch gates can block progress when required spec data is incomplete.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909560" y="1261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PIM upgrade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1627632"/>
            <a:ext cx="342900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After approval, PIM holds the released SKU specification baseline.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Material section becomes BOM-linked and connected with raw material master data.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PIM exposes missing, inconsistent or not-ready data before downstream consumption.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22959" y="4160520"/>
            <a:ext cx="38541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Completeness improvements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274320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Auto-determine applicable fields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based on category / feature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4572000"/>
            <a:ext cx="3017520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Auto-fill reusable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item, material and prior attributes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4572000"/>
            <a:ext cx="301752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Auto-detect missing specs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before release and downstream 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806440"/>
            <a:ext cx="103327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Value: fewer ambiguous specs, better APS quotation reference, stronger costing and test inputs.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927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Documentation Micro Form Upgrade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Retain visibility of document completeness; upgrade files into structured, validated and traceable release objects.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20624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8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1261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Legacy CLS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627632"/>
            <a:ext cx="29718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Shows document checklist status such as AIS, CTN, RPDF and Packing BOM.</a:t>
            </a:r>
            <a:endParaRPr lang="en-US" sz="1180" dirty="0"/>
          </a:p>
          <a:p>
            <a:r>
              <a:rPr lang="en-US" sz="11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Helps users see what is missing before review.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3977640" y="1261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PLM upgrade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77640" y="1627632"/>
            <a:ext cx="34747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PLM drives document creation and review during launch milestones.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Gate questions check whether required documents are ready for PPR and later reviews.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Document readiness becomes part of speed-to-market tracking.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909560" y="1261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PIM upgrade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1627632"/>
            <a:ext cx="342900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PIM stores approved document data as part of the released product baseline.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RPDF and Packing BOM move from Excel files into structured forms.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Forms connect with material data and support version traceability and ECO impact.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35808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Completeness improvements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274320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Auto-required document list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by category / launch stage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4572000"/>
            <a:ext cx="3017520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Structured form validation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less file-version confusion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4572000"/>
            <a:ext cx="301752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Missing / outdated docs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visible at review gates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806440"/>
            <a:ext cx="103327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Value: fewer manual comparisons, cleaner handoff to PIM, and traceable document changes after release.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927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Quality and </a:t>
            </a:r>
            <a:r>
              <a:rPr lang="en-US" sz="2400" b="1" dirty="0" err="1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Complaince</a:t>
            </a: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Test Micro Form Upgrade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Retain visibility of required and completed tests; upgrade applicability logic into PIM-driven test governance.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20624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8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1261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Legacy CLS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627632"/>
            <a:ext cx="29718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6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Lists quality and compliance tests such as tipping, stability, drop, carton burst and tempered glass.</a:t>
            </a:r>
            <a:endParaRPr lang="en-US" sz="1160" dirty="0"/>
          </a:p>
          <a:p>
            <a:r>
              <a:rPr lang="en-US" sz="116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Makes test status visible to teams.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3977640" y="1261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PLM upgrade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77640" y="1627632"/>
            <a:ext cx="347472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PLM shows test requirements and status during review gates.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Gate questions remind teams about incomplete tests before launch progresses.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Open test actions become launch blockers or risks.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909560" y="1261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PIM upgrade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1627632"/>
            <a:ext cx="342900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PIM attributes feed the Test Relation Matrix.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Category, material and feature combinations determine applicable tests.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Compliance Test Management receives product attributes and refreshes required test plans.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Completeness improvements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2743200" cy="7315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Auto-determine applicable tests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product attributes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4572000"/>
            <a:ext cx="3017520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Auto-remind teams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when required tests are open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4572000"/>
            <a:ext cx="301752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Auto-check gate status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before launch release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806440"/>
            <a:ext cx="103327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Value: less reliance on memory, fewer missed tests, and earlier compliance risk visibility.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927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Product Launch Review Gate Micro Form Upgrade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Retain gate-by-gate visibility; upgrade it into PLM workflow control and PIM release readiness.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20624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8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1261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Legacy CLS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627632"/>
            <a:ext cx="288036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6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Shows review milestones and gate status in a compact sequence.</a:t>
            </a:r>
            <a:endParaRPr lang="en-US" sz="1160" dirty="0"/>
          </a:p>
          <a:p>
            <a:r>
              <a:rPr lang="en-US" sz="116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Helps teams see what is still incomplete before the next milestone.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4069080" y="1261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Gate sequence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69080" y="1627632"/>
            <a:ext cx="292608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18488"/>
            <a:ext cx="2331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Kick Off Meeting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069080" y="2039112"/>
            <a:ext cx="292608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2029968"/>
            <a:ext cx="2331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White Wood Review (ENG)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069080" y="2450592"/>
            <a:ext cx="292608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2441448"/>
            <a:ext cx="2331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PPR (QA)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069080" y="2862072"/>
            <a:ext cx="292608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852928"/>
            <a:ext cx="2331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AFSR (QA)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069080" y="3273552"/>
            <a:ext cx="292608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3264408"/>
            <a:ext cx="2331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Pilot Run (QA)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069080" y="3685032"/>
            <a:ext cx="292608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3675888"/>
            <a:ext cx="2331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USFSR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315200" y="1261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PLM upgrade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1627632"/>
            <a:ext cx="379476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PLM creates the end-to-end launch process from Kick Off to USFSR.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Gate questions are driven by product attributes and maturity stage.</a:t>
            </a:r>
            <a:endParaRPr lang="en-US" sz="1140" dirty="0"/>
          </a:p>
          <a:p>
            <a:r>
              <a:rPr lang="en-US" sz="114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PLM tracks speed-to-market and blocks or flags missing spec, document and test actions.</a:t>
            </a:r>
            <a:endParaRPr lang="en-US" sz="1140" dirty="0"/>
          </a:p>
        </p:txBody>
      </p:sp>
      <p:sp>
        <p:nvSpPr>
          <p:cNvPr id="27" name="Text 24"/>
          <p:cNvSpPr/>
          <p:nvPr/>
        </p:nvSpPr>
        <p:spPr>
          <a:xfrm>
            <a:off x="914400" y="5806440"/>
            <a:ext cx="103327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Value: review gates become completeness checkpoints, not just meeting names.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927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Upgrade Summary by Micro Form 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old CLS Micro Form visibility is retained; the upgrade adds automation, validation and governance.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20624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8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14173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Type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48840" y="1207008"/>
            <a:ext cx="306324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Legacy CLS Micro Form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40680" y="1207008"/>
            <a:ext cx="306324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PLM upgrade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732520" y="1207008"/>
            <a:ext cx="288036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PIM upgrade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664208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Product Spec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2148840" y="1664208"/>
            <a:ext cx="3063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One-page visibility of filled and missing specification fields.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440680" y="1664208"/>
            <a:ext cx="3063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Guided authoring; category and feature-driven sections; gate checks.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8732520" y="1664208"/>
            <a:ext cx="2880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Released SKU/BOM baseline; raw material linkage; data quality status.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502920" y="2560320"/>
            <a:ext cx="1417320" cy="89611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Documentation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2148840" y="2560320"/>
            <a:ext cx="3063240" cy="89611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Checklist visibility of AIS, CTN, RPDF and Packing BOM.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5440680" y="2560320"/>
            <a:ext cx="3063240" cy="89611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Document readiness by gate; review and approval workflow.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8732520" y="2560320"/>
            <a:ext cx="2880360" cy="89611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Structured RPDF/Packing BOM forms; version traceability; ECO impact.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502920" y="3456432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03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</a:t>
            </a:r>
            <a:r>
              <a:rPr lang="en-US" altLang="zh-CN" sz="103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Quality </a:t>
            </a:r>
            <a:r>
              <a:rPr lang="en-US" sz="103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Test / Compliance Test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2148840" y="3456432"/>
            <a:ext cx="3063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Visible list of required / completed quality and compliance tests.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5440680" y="3456432"/>
            <a:ext cx="3063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Gate-level reminders and blockers for open tests.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8732520" y="3456432"/>
            <a:ext cx="2880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Test Relation Matrix from category, material and feature attributes.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502920" y="4352544"/>
            <a:ext cx="1417320" cy="89611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Review Gate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2148840" y="4352544"/>
            <a:ext cx="3063240" cy="89611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Compact milestone visibility through launch process.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5440680" y="4352544"/>
            <a:ext cx="3063240" cy="89611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End-to-end launch workflow and speed-to-market tracking.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8732520" y="4352544"/>
            <a:ext cx="2880360" cy="896112"/>
          </a:xfrm>
          <a:prstGeom prst="rect">
            <a:avLst/>
          </a:prstGeom>
          <a:solidFill>
            <a:srgbClr val="EEF2F7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Release readiness baseline after approved gates; downstream control.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731520" y="5715000"/>
            <a:ext cx="107442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Takeaway: Micro Form is the legacy visibility concept; PLM and PIM turn that visibility into enforceable data completeness.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927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PLM and PIM Relationship After the Upgrade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PLM owns creation and readiness. PIM owns released data governance and downstream consumption.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20624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8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192024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Create /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20640" y="1325880"/>
            <a:ext cx="1920240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Publish / Govern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0" y="1325880"/>
            <a:ext cx="192024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Consume / Execute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71800" y="2423160"/>
            <a:ext cx="187452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086600" y="2423160"/>
            <a:ext cx="187452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22960" y="1828800"/>
            <a:ext cx="246888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Product development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Micro Form-style readiness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Gate workflow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1783080"/>
            <a:ext cx="2606040" cy="13258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Released Golden Record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SKU / BOM / docs / attributes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quality status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869680" y="1828800"/>
            <a:ext cx="2468880" cy="118872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APS / Cost / Quality and compliance Test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read from PIM baseline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3246120"/>
            <a:ext cx="0" cy="82296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632961" y="4096512"/>
            <a:ext cx="3037834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ECO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Only approved change path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impact matrix + auto sync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1208" y="5394960"/>
            <a:ext cx="1719072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Control rule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5257800"/>
            <a:ext cx="9372600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PLM seeds PIM at launch approval. ECO is the only path for changing released PIM data. Downstream systems consume, not overwrite, PIM.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927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Why This Matters to the OneAshley Sourcing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Micro Form upgrade improves the quality of the data flowing through the entire Create → Govern → Consume model.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20624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8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606040" y="2331720"/>
            <a:ext cx="411480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257800" y="2331720"/>
            <a:ext cx="411480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955280" y="2331720"/>
            <a:ext cx="640080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182880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SMM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Raw material master data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prices and suppliers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3063240" y="1874520"/>
            <a:ext cx="210312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PLM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Creation, Micro Form visibility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review-gate readiness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5715000" y="1783080"/>
            <a:ext cx="2148840" cy="10972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PIM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Released baseline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quality and governance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641080" y="1874520"/>
            <a:ext cx="2331720" cy="91440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APS / Cost / Test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Quote, cost, compliance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consume PIM data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868679" y="3822192"/>
            <a:ext cx="30346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Three enterprise effects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2880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Fewer data gaps before launch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4251960"/>
            <a:ext cx="2880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Cleaner downstream APS, costing and test inputs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86600" y="4251960"/>
            <a:ext cx="2880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Stronger ECO impact control after release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660136"/>
            <a:ext cx="1033272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upgrade makes PIM the trusted release control layer, while PLM becomes the guided creation and launch-readiness engine.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927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Business Value for the PIM / PLM Upgrade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leadership story is data completeness, not UI replacement.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20624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8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627632"/>
            <a:ext cx="196596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 completeness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267712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Missing specs, docs and tests become visible before release.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926080" y="1627632"/>
            <a:ext cx="1965960" cy="5303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Launch discipline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2267712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Review gates become readiness controls with status checks.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193792" y="1627632"/>
            <a:ext cx="196596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Cost accuracy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93791" y="2267712"/>
            <a:ext cx="2012823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SKU/BOM and material data support more reliable costing.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461504" y="1627632"/>
            <a:ext cx="1965960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Compliance confidence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61504" y="2267712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Applicable tests are determined earlier and tracked by gate.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729216" y="1627632"/>
            <a:ext cx="1965960" cy="5303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Change control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729216" y="2267712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ECO impact is clearer because released data is structured.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60120" y="4663440"/>
            <a:ext cx="1737360" cy="32918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Executive message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16352" y="4526280"/>
            <a:ext cx="8183880" cy="7132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old Micro Form made gaps visible. The new PLM / PIM makes gaps actionable, validated and governed.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0927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Implementation Priorities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680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 preserve Micro Form strengths, build the upgrade around rules, completeness status and release governance.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420624" y="6547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OneAshley Sourcing | PIM / PLM Upgrade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8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5029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Define four Micro Form rule matrices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389888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Product Spec, Documentation, Test and Review Gate rules by category, material and feature.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822960" y="2203704"/>
            <a:ext cx="5029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203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Configure PLM guided authoring and gates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2176272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Right questions at the right time; visible missing data; speed-to-market tracking.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822960" y="2990088"/>
            <a:ext cx="5029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990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Upgrade PIM data objects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962656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Released SKU spec, BOM-linked material structure, structured RPDF and Packing BOM.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822960" y="3776472"/>
            <a:ext cx="5029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776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Build Test Relation Matrix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3749040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Auto-determine required quality and compliance tests and show status by gate.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822960" y="4562856"/>
            <a:ext cx="5029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4562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Enforce release and change governance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4535424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PIM baseline after approval; ECO-only changes; event-driven cost and test refresh.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896112" y="5705856"/>
            <a:ext cx="10378440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End state: CLS Micro Form visibility is preserved, while PLM / PIM deliver automated completeness and governed release data.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1741</Words>
  <Application>Microsoft Macintosh PowerPoint</Application>
  <PresentationFormat>宽屏</PresentationFormat>
  <Paragraphs>289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DejaVu Sans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OneAshley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OneAshley Sourcing | PIM and PLM Upgrade for CLS Micro Forms</dc:title>
  <dc:subject>OneAshley Sourcing | PIM and PLM Upgrade for CLS Micro Forms</dc:subject>
  <dc:creator>OpenAI</dc:creator>
  <cp:lastModifiedBy>Lou, Erika</cp:lastModifiedBy>
  <cp:revision>7</cp:revision>
  <dcterms:created xsi:type="dcterms:W3CDTF">2026-07-07T04:49:26Z</dcterms:created>
  <dcterms:modified xsi:type="dcterms:W3CDTF">2026-07-08T12:44:01Z</dcterms:modified>
</cp:coreProperties>
</file>